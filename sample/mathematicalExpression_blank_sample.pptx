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EC42D-D027-653C-0FD0-5249CCF83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65512C-7DCA-2EC6-A8CC-A98190424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8976CD-5B53-D127-A27D-841B7E16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BAE76-C7F1-EB99-A1F0-66F7407F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138546-28E1-44C0-4312-6BC701D0C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39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0FD33-6430-252E-982E-7A049D721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FE8D17-D002-5B08-E176-FE8852FE6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0C0CF-2D8E-0E35-9126-0983B2647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17C6E6-D115-CDCE-45B4-32A9FE0D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37009-707C-49AA-8627-39CD187D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13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4D0A5-4AE1-3C9B-856E-2F6DAA5E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435BD0-0A11-C7F8-3F60-C83867544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0145F-B149-4375-DFD1-CC60F0DB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714B54-7FF7-49CD-3ED8-CF516E53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2D03D-0760-D904-4C2A-A2217807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42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84A08-D898-6ADE-2189-015481AA1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38D9FC-6ED4-EFF8-F0AA-760EA41FD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C5EC24-19A4-7DB3-693D-13CD48F01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25D09D-C8E4-1239-CA48-B404D46B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3EC09E-BC00-ACD1-5C69-1DB5D619F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BD0BFC-8FC6-85EE-607B-D2C4C229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38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D72B8-0886-17F8-89CA-BB32D5CE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B9E7CB-92EC-D70A-7075-021A8684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3E76A0-1901-0E39-C689-CDE271604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34F18-C79A-89F7-2124-67A386461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EAAF6C-81A1-48F9-CDA9-882658DFC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3F6A62-830F-577A-DE3A-7BF8B3DD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C40E8B-0BF1-3C74-BB30-C36FD708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51D86E-8E56-A616-6510-8FB6953EB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9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3F22A-9748-FD49-C663-3B47A3406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D3F4C6-CEC2-739B-8DE1-6820BC1E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139BE1-2180-6C2C-1B55-3135841F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0AD179-4EB2-A590-A78E-21047AFF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780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9B2B359-362D-FD2C-C856-543E4923E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67CB9F-B18E-65CF-D571-F8BAEC73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E937E2-784A-E3DD-B5BE-1C958A52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48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AC90E-3E49-EDCF-5D41-FF257ADF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46999-C4FE-AF4F-2501-9A506F91E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B518B8-A4B9-29F9-ABFC-5C64308A9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F0BCAB-3D19-E191-2472-59015299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1A2EEA-C04F-DF35-D643-188A8609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EB9B8C-0374-7B07-E7A0-AFC17952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35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80614-A4D7-ECB1-3F36-F7F313AE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AC4570-AC43-891F-478E-F3688E553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67F6A-D65D-5E76-A120-CB4BE99E3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EA8CB4-B615-E178-1CF4-726EF865D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0EC472-70AB-6629-1215-2BEA495A5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D0D958-D059-9933-C8B0-3D2B6490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221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48EA7-BD6E-6ABB-2B68-2005359B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4895FA-1162-270A-B75C-6640DF583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69DD64-33BE-EA07-645A-7AC02BF5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7980C-AE4D-B79B-3964-DD17291D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CA27D-9FF7-7123-9742-DBF68A2A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14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E7CC621-A1B4-8830-637D-83FA0D1BCC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F6359-6DB1-74D9-9753-0D130186F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8E3EE-3C10-EBCD-8FD0-633DC2CA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EE523B-0081-03CC-AEE3-7E54AAEA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617F4F-013F-3CB3-7320-6FB39BA3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874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2CD2DD-3509-5635-E36F-F3BC4658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E7F0C-D273-1607-A537-031985F69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368ED-A249-9192-2739-FC4319FC4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D64671-00E3-4622-8CA2-2E4DC6B2F75A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FBED5-9B63-D873-B4D8-585818526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C232A-B705-4C2D-959E-F48461B34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8440E-72B0-437B-8EA1-A1D97C6B5D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56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/>
              <p:nvPr/>
            </p:nvSpPr>
            <p:spPr>
              <a:xfrm>
                <a:off x="1734107" y="1382221"/>
                <a:ext cx="1997384" cy="7228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4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l-GR" altLang="ko-KR" sz="400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altLang="ko-KR" sz="40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5F6A6A-EC01-DD91-01C7-D537332C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107" y="1382221"/>
                <a:ext cx="1997384" cy="7228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/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E1C6A9-941B-C508-C52D-759D18D8C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730" y="2862790"/>
                <a:ext cx="2716721" cy="749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/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𝑛𝑥</m:t>
                          </m:r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1!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8CA0C6-F31C-4429-767A-A9ED8A4D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92" y="4791825"/>
                <a:ext cx="3723195" cy="548640"/>
              </a:xfrm>
              <a:prstGeom prst="rect">
                <a:avLst/>
              </a:prstGeom>
              <a:blipFill>
                <a:blip r:embed="rId4"/>
                <a:stretch>
                  <a:fillRect b="-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/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altLang="ko-KR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4CA7BB-CF33-D9A0-5923-9D1A763AC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505" y="1316013"/>
                <a:ext cx="4238371" cy="747967"/>
              </a:xfrm>
              <a:prstGeom prst="rect">
                <a:avLst/>
              </a:prstGeom>
              <a:blipFill>
                <a:blip r:embed="rId5"/>
                <a:stretch>
                  <a:fillRect b="-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/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pt-BR" altLang="ko-KR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88FEA-1E09-26DD-3F0B-E556526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519" y="3100185"/>
                <a:ext cx="1814599" cy="369332"/>
              </a:xfrm>
              <a:prstGeom prst="rect">
                <a:avLst/>
              </a:prstGeom>
              <a:blipFill>
                <a:blip r:embed="rId6"/>
                <a:stretch>
                  <a:fillRect l="-671" b="-1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/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A38144A-D24B-BB81-34D9-2F980794F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102" y="4699858"/>
                <a:ext cx="2045432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7421E24-C47C-3372-A2CD-280C7DFFB79C}"/>
              </a:ext>
            </a:extLst>
          </p:cNvPr>
          <p:cNvSpPr txBox="1"/>
          <p:nvPr/>
        </p:nvSpPr>
        <p:spPr>
          <a:xfrm>
            <a:off x="5017170" y="378691"/>
            <a:ext cx="187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PPTX </a:t>
            </a:r>
            <a:r>
              <a:rPr lang="ko-KR" altLang="en-US" dirty="0"/>
              <a:t>기호 삽입 </a:t>
            </a:r>
          </a:p>
        </p:txBody>
      </p:sp>
    </p:spTree>
    <p:extLst>
      <p:ext uri="{BB962C8B-B14F-4D97-AF65-F5344CB8AC3E}">
        <p14:creationId xmlns:p14="http://schemas.microsoft.com/office/powerpoint/2010/main" val="182058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B140-5CB4-3C0F-1E0A-828C3A03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72C6D0-41D8-4051-CF3F-E5C0F871FD19}"/>
              </a:ext>
            </a:extLst>
          </p:cNvPr>
          <p:cNvSpPr txBox="1"/>
          <p:nvPr/>
        </p:nvSpPr>
        <p:spPr>
          <a:xfrm>
            <a:off x="4715012" y="307474"/>
            <a:ext cx="2761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latex</a:t>
            </a:r>
            <a:r>
              <a:rPr lang="ko-KR" altLang="en-US" dirty="0"/>
              <a:t>로 수식 표현한 경우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/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el-GR" altLang="ko-KR" sz="4000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400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sz="400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sz="4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E89E8C7-AAC2-AB0D-9DE7-F8C74A8B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06" y="1203566"/>
                <a:ext cx="3199843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/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=0}^{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binom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90BB41-2A51-526F-79EE-C8E8CB056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145353"/>
                <a:ext cx="6793526" cy="276999"/>
              </a:xfrm>
              <a:prstGeom prst="rect">
                <a:avLst/>
              </a:prstGeom>
              <a:blipFill>
                <a:blip r:embed="rId3"/>
                <a:stretch>
                  <a:fillRect l="-538" r="-628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/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}{1!}+\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−1\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^2}{2!}+\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ldots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4B9E6A-9577-BE5E-3544-DC62041E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2748586"/>
                <a:ext cx="8325997" cy="276999"/>
              </a:xfrm>
              <a:prstGeom prst="rect">
                <a:avLst/>
              </a:prstGeom>
              <a:blipFill>
                <a:blip r:embed="rId4"/>
                <a:stretch>
                  <a:fillRect l="-366" r="-73" b="-4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/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_0+\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sum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=1}^{\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infty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left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}}+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0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frac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pi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}{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}}\</m:t>
                      </m:r>
                      <m:r>
                        <m:rPr>
                          <m:sty m:val="p"/>
                        </m:rPr>
                        <a:rPr lang="pt-BR" altLang="ko-KR" i="1" smtClean="0">
                          <a:latin typeface="Cambria Math" panose="02040503050406030204" pitchFamily="18" charset="0"/>
                        </a:rPr>
                        <m:t>right</m:t>
                      </m:r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8735DE-A926-B2A1-8068-516280EF0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3447223"/>
                <a:ext cx="11139268" cy="276999"/>
              </a:xfrm>
              <a:prstGeom prst="rect">
                <a:avLst/>
              </a:prstGeom>
              <a:blipFill>
                <a:blip r:embed="rId5"/>
                <a:stretch>
                  <a:fillRect r="-219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/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^2+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^2=</m:t>
                      </m:r>
                      <m:r>
                        <m:rPr>
                          <m:sty m:val="p"/>
                        </m:rPr>
                        <a:rPr lang="pt-BR" altLang="ko-KR" sz="240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pt-BR" altLang="ko-KR" sz="2400" i="1" smtClean="0">
                          <a:latin typeface="Cambria Math" panose="02040503050406030204" pitchFamily="18" charset="0"/>
                        </a:rPr>
                        <m:t>^2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155B9A-DA10-C71B-E20E-D9BCF39D3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44" y="4145860"/>
                <a:ext cx="2350002" cy="369332"/>
              </a:xfrm>
              <a:prstGeom prst="rect">
                <a:avLst/>
              </a:prstGeom>
              <a:blipFill>
                <a:blip r:embed="rId6"/>
                <a:stretch>
                  <a:fillRect l="-259" r="-2073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/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end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matrix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}\ \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bullet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begin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}1&amp;0&amp;0\\0&amp;1&amp;0\\0&amp;0&amp;1\\\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end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matrix</m:t>
                    </m:r>
                    <m:r>
                      <a:rPr lang="ko-KR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9ACA78-7B3F-829D-BD33-10D428806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86" y="5377435"/>
                <a:ext cx="12298238" cy="276999"/>
              </a:xfrm>
              <a:prstGeom prst="rect">
                <a:avLst/>
              </a:prstGeom>
              <a:blipFill>
                <a:blip r:embed="rId7"/>
                <a:stretch>
                  <a:fillRect l="-892" b="-413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26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F350-D655-34E0-943D-F5D5EDDEC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9B242-AFFE-D03B-78A2-EB1C668792D0}"/>
                  </a:ext>
                </a:extLst>
              </p:cNvPr>
              <p:cNvSpPr txBox="1"/>
              <p:nvPr/>
            </p:nvSpPr>
            <p:spPr>
              <a:xfrm>
                <a:off x="303258" y="162921"/>
                <a:ext cx="11478783" cy="299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±∞=≠~×÷!∝&lt;≪&gt;≫≤≥∓≅≈≡∀∁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√∛∜∪∩∅%°℉℃∆</m:t>
                      </m:r>
                      <m:r>
                        <m:rPr>
                          <m:sty m:val="p"/>
                        </m:rP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∃∄∈∋←↑→↓↔∴+−¬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𝛼𝛽𝛾𝛿𝜀𝜖𝜃𝜗𝜇𝜋𝜌𝜎𝜏𝜑𝜔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∗∙⋮⋯⋰⋱ℵℶ∎</m:t>
                      </m:r>
                    </m:oMath>
                  </m:oMathPara>
                </a14:m>
                <a:endParaRPr lang="en-US" altLang="ko-KR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569B242-AFFE-D03B-78A2-EB1C66879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58" y="162921"/>
                <a:ext cx="11478783" cy="299441"/>
              </a:xfrm>
              <a:prstGeom prst="rect">
                <a:avLst/>
              </a:prstGeom>
              <a:blipFill>
                <a:blip r:embed="rId2"/>
                <a:stretch>
                  <a:fillRect t="-10204" b="-346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752AA3-C66A-D3E4-72DF-27454FFB6CAE}"/>
                  </a:ext>
                </a:extLst>
              </p:cNvPr>
              <p:cNvSpPr txBox="1"/>
              <p:nvPr/>
            </p:nvSpPr>
            <p:spPr>
              <a:xfrm>
                <a:off x="303258" y="733992"/>
                <a:ext cx="73433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𝛼𝛽𝛾𝛿𝜀𝜖𝜁𝜂𝜃𝜗𝜄𝜅𝜆𝜇𝜈𝜉𝜊𝜋𝜛𝜌𝜚𝜎𝜍𝜏𝜐𝜑𝜙𝜒𝜓𝜔</m:t>
                      </m:r>
                      <m:r>
                        <m:rPr>
                          <m:sty m:val="p"/>
                        </m:rP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ΑΒΓΔΕΖΗΘΙΚΛΜΝΞΟΠΡΣΤΥΦΧΨΩ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752AA3-C66A-D3E4-72DF-27454FFB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58" y="733992"/>
                <a:ext cx="7343357" cy="276999"/>
              </a:xfrm>
              <a:prstGeom prst="rect">
                <a:avLst/>
              </a:prstGeom>
              <a:blipFill>
                <a:blip r:embed="rId3"/>
                <a:stretch>
                  <a:fillRect l="-498" r="-166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306211-3F5D-5E57-255E-520848ADFA33}"/>
                  </a:ext>
                </a:extLst>
              </p:cNvPr>
              <p:cNvSpPr txBox="1"/>
              <p:nvPr/>
            </p:nvSpPr>
            <p:spPr>
              <a:xfrm>
                <a:off x="354425" y="1282621"/>
                <a:ext cx="5951373" cy="290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∀∁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𝜕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ðℇ</m:t>
                      </m:r>
                      <m:r>
                        <m:rPr>
                          <m:sty m:val="p"/>
                        </m:rP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Ϝ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Ⅎ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ℊℋ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ℌ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ℏ℩</m:t>
                      </m:r>
                      <m:r>
                        <a:rPr lang="ko-KR" alt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ℑ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𝜘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℘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ℚ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ℝℤ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℧Å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℮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∃∄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ℱℳℴ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ℵℶℷℸ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306211-3F5D-5E57-255E-520848ADF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1282621"/>
                <a:ext cx="5951373" cy="290785"/>
              </a:xfrm>
              <a:prstGeom prst="rect">
                <a:avLst/>
              </a:prstGeom>
              <a:blipFill>
                <a:blip r:embed="rId4"/>
                <a:stretch>
                  <a:fillRect l="-102" t="-10417" r="-410" b="-395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EF8D9-C7B3-7694-8FDB-35B7334D0E96}"/>
                  </a:ext>
                </a:extLst>
              </p:cNvPr>
              <p:cNvSpPr txBox="1"/>
              <p:nvPr/>
            </p:nvSpPr>
            <p:spPr>
              <a:xfrm>
                <a:off x="354425" y="1845036"/>
                <a:ext cx="10074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+−÷×±∓∝∕∗∘∙⋅∩∪⊎⊓⊔∧∨=≠&lt;&gt;≤≥≮≰≯≱≡∼≃≈≅≢≄≉≇∝≪≫∈∋∉⊂⊃⊆⊇≺≻≼≽⊏⊐⊑⊒∥⊥⊢⊣⋈≍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2EF8D9-C7B3-7694-8FDB-35B7334D0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1845036"/>
                <a:ext cx="10074873" cy="276999"/>
              </a:xfrm>
              <a:prstGeom prst="rect">
                <a:avLst/>
              </a:prstGeom>
              <a:blipFill>
                <a:blip r:embed="rId5"/>
                <a:stretch>
                  <a:fillRect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82BA3-5C65-A94B-25C6-777592921624}"/>
                  </a:ext>
                </a:extLst>
              </p:cNvPr>
              <p:cNvSpPr txBox="1"/>
              <p:nvPr/>
            </p:nvSpPr>
            <p:spPr>
              <a:xfrm>
                <a:off x="354425" y="2393665"/>
                <a:ext cx="11526296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∑∫∬∭∮∯∰∱∲∳∏∐⋂⋃⋀⋁⨀⨂⨁⨄⨃∔∸∖⋒⋓⊟⊠⊡⊞⋇⋉⋊⋋⋌⋏⋎⊝⊺⊕⊖⊗⊘⊙⊛⊚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†‡⋆⋄≀△⋀⋁⨀⨂⨁⨅⨆⨄⨃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482BA3-5C65-A94B-25C6-777592921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2393665"/>
                <a:ext cx="11526296" cy="287515"/>
              </a:xfrm>
              <a:prstGeom prst="rect">
                <a:avLst/>
              </a:prstGeom>
              <a:blipFill>
                <a:blip r:embed="rId6"/>
                <a:stretch>
                  <a:fillRect l="-106" t="-12766" b="-425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80CCA-1208-61BF-C6DE-707D5E025E72}"/>
                  </a:ext>
                </a:extLst>
              </p:cNvPr>
              <p:cNvSpPr txBox="1"/>
              <p:nvPr/>
            </p:nvSpPr>
            <p:spPr>
              <a:xfrm>
                <a:off x="354425" y="2952810"/>
                <a:ext cx="8943154" cy="3141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∴∵⋘⋙≦≧≲≳⋖⋗≶⋚≷⋛≑≒≓∽≊⋍≼≽⋞⋟≾≿⋜⋝⊆⊇⊲⊳⊴⊵⊨⋐⋑⊏⊐⊩⊪≖≗≜≏≎∝≬⋔≐⋈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6180CCA-1208-61BF-C6DE-707D5E025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2952810"/>
                <a:ext cx="8943154" cy="314125"/>
              </a:xfrm>
              <a:prstGeom prst="rect">
                <a:avLst/>
              </a:prstGeom>
              <a:blipFill>
                <a:blip r:embed="rId7"/>
                <a:stretch>
                  <a:fillRect t="-13462" b="-44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C1BA2-8A15-2477-6478-9A6B0C9FAFF9}"/>
                  </a:ext>
                </a:extLst>
              </p:cNvPr>
              <p:cNvSpPr txBox="1"/>
              <p:nvPr/>
            </p:nvSpPr>
            <p:spPr>
              <a:xfrm>
                <a:off x="354425" y="3452566"/>
                <a:ext cx="146370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←→↑↓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↔↕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⇐⇒⇑⇓⇔⇕⟵⟶⟷⟸⟹⟺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↗↖↘↙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↚↛↮⇍⇏⇎⇠⇢↤↦⟻⟼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↩↪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↼↽⇀⇁↿↾⇃⇂⇋⇌⇇⇉⇈⇊⇆⇄↫↬↢↣↰↱↲↳⇚⇛↞↠↶↷↺↻⊸↭↜↝⇜⇝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6C1BA2-8A15-2477-6478-9A6B0C9FA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3452566"/>
                <a:ext cx="14637020" cy="276999"/>
              </a:xfrm>
              <a:prstGeom prst="rect">
                <a:avLst/>
              </a:prstGeom>
              <a:blipFill>
                <a:blip r:embed="rId8"/>
                <a:stretch>
                  <a:fillRect b="-304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1B479-A873-69C4-F2C1-0049AF38D887}"/>
                  </a:ext>
                </a:extLst>
              </p:cNvPr>
              <p:cNvSpPr txBox="1"/>
              <p:nvPr/>
            </p:nvSpPr>
            <p:spPr>
              <a:xfrm>
                <a:off x="354425" y="3916178"/>
                <a:ext cx="71958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≠≮≯≰≱≢≁≄≉≇≭≨≩⊀⊁⋠⋡∉∌⊄⊅⊈⊉⊊⊋⋢⋣⋦⋧⋨⋩⋪⋫⋬⋭∤∦⊬⊭⊮⊯∄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D1B479-A873-69C4-F2C1-0049AF38D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3916178"/>
                <a:ext cx="7195881" cy="276999"/>
              </a:xfrm>
              <a:prstGeom prst="rect">
                <a:avLst/>
              </a:prstGeom>
              <a:blipFill>
                <a:blip r:embed="rId9"/>
                <a:stretch>
                  <a:fillRect r="-254" b="-260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3BE20-3823-C934-D540-8FEF59C83385}"/>
                  </a:ext>
                </a:extLst>
              </p:cNvPr>
              <p:cNvSpPr txBox="1"/>
              <p:nvPr/>
            </p:nvSpPr>
            <p:spPr>
              <a:xfrm>
                <a:off x="354425" y="4379790"/>
                <a:ext cx="84355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ℬ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𝒞𝒟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ℰℱ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ℋℐ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𝒥𝒦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ℒℳ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𝒩𝒪𝒫𝒬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𝒮𝒯𝒰𝒱𝒲𝒳𝒴𝒵𝒶𝒷𝒸𝒹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ℯ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𝒻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ℊ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𝒽𝒾𝒿𝓀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𝓂𝓃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𝓅𝓆𝓇𝓈𝓉𝓊𝓋𝓌𝓍𝓎𝓏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3BE20-3823-C934-D540-8FEF59C83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4379790"/>
                <a:ext cx="8435579" cy="276999"/>
              </a:xfrm>
              <a:prstGeom prst="rect">
                <a:avLst/>
              </a:prstGeom>
              <a:blipFill>
                <a:blip r:embed="rId10"/>
                <a:stretch>
                  <a:fillRect r="-217" b="-39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8C5E8B-EBE8-6BA0-E59D-5E4B633896D3}"/>
                  </a:ext>
                </a:extLst>
              </p:cNvPr>
              <p:cNvSpPr txBox="1"/>
              <p:nvPr/>
            </p:nvSpPr>
            <p:spPr>
              <a:xfrm>
                <a:off x="354425" y="4843402"/>
                <a:ext cx="71990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𝔄𝔅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ℭ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𝔇𝔈𝔉𝔊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ℌℑ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𝔍𝔎𝔏𝔐𝔑𝔒𝔓𝔔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𝔖𝔗𝔘𝔙𝔚𝔛𝔜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𝔞𝔟𝔠𝔡𝔢𝔣𝔤𝔥𝔦𝔧𝔨𝔩𝔪𝔫𝔬𝔭𝔮𝔯𝔰𝔱𝔲𝔳𝔴𝔵𝔶𝔷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8C5E8B-EBE8-6BA0-E59D-5E4B6338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4843402"/>
                <a:ext cx="7199087" cy="276999"/>
              </a:xfrm>
              <a:prstGeom prst="rect">
                <a:avLst/>
              </a:prstGeom>
              <a:blipFill>
                <a:blip r:embed="rId11"/>
                <a:stretch>
                  <a:fillRect l="-254" t="-2222" r="-508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95E812-95E8-7E7E-4930-2E6200AC4057}"/>
                  </a:ext>
                </a:extLst>
              </p:cNvPr>
              <p:cNvSpPr txBox="1"/>
              <p:nvPr/>
            </p:nvSpPr>
            <p:spPr>
              <a:xfrm>
                <a:off x="354425" y="5307014"/>
                <a:ext cx="77312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𝔸𝔹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ℂ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𝔻𝔼𝔽𝔾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ℍ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𝕀𝕁𝕂𝕃𝕄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ℙℚℝ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𝕊𝕋𝕌𝕍𝕎𝕏𝕐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𝕒𝕓𝕔𝕕𝕖𝕗𝕘𝕙𝕚𝕛𝕜𝕝𝕞𝕟𝕠𝕡𝕢𝕣𝕤𝕥𝕦𝕧𝕨𝕩𝕪𝕫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95E812-95E8-7E7E-4930-2E6200AC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5307014"/>
                <a:ext cx="7731284" cy="276999"/>
              </a:xfrm>
              <a:prstGeom prst="rect">
                <a:avLst/>
              </a:prstGeom>
              <a:blipFill>
                <a:blip r:embed="rId12"/>
                <a:stretch>
                  <a:fillRect t="-2222" r="-552" b="-4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1254A8-19E3-B200-5A68-8FF45EFB52B5}"/>
                  </a:ext>
                </a:extLst>
              </p:cNvPr>
              <p:cNvSpPr txBox="1"/>
              <p:nvPr/>
            </p:nvSpPr>
            <p:spPr>
              <a:xfrm>
                <a:off x="354425" y="5770626"/>
                <a:ext cx="2425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∟∠∡∢⊾⊿⋕⊥∤∥∦∶∷∴∵∎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1254A8-19E3-B200-5A68-8FF45EFB5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25" y="5770626"/>
                <a:ext cx="2425344" cy="276999"/>
              </a:xfrm>
              <a:prstGeom prst="rect">
                <a:avLst/>
              </a:prstGeom>
              <a:blipFill>
                <a:blip r:embed="rId13"/>
                <a:stretch>
                  <a:fillRect l="-1256" r="-503" b="-2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49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3F7CDE-DC44-3D0B-FE31-1896A23D4D2D}"/>
                  </a:ext>
                </a:extLst>
              </p:cNvPr>
              <p:cNvSpPr txBox="1"/>
              <p:nvPr/>
            </p:nvSpPr>
            <p:spPr>
              <a:xfrm>
                <a:off x="889590" y="-1887945"/>
                <a:ext cx="3019994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  <m:f>
                        <m:fPr>
                          <m:type m:val="skw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  <m:f>
                        <m:fPr>
                          <m:type m:val="li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  <m:box>
                        <m:box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/>
                            <m:den/>
                          </m:f>
                        </m:e>
                      </m:box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ko-K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altLang="ko-KR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>
                        <m:fPr>
                          <m:ctrlPr>
                            <a:rPr lang="el-GR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3F7CDE-DC44-3D0B-FE31-1896A23D4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0" y="-1887945"/>
                <a:ext cx="3019994" cy="5442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D42DE-5BE0-522A-F7D5-C5DB6F07A1D8}"/>
                  </a:ext>
                </a:extLst>
              </p:cNvPr>
              <p:cNvSpPr txBox="1"/>
              <p:nvPr/>
            </p:nvSpPr>
            <p:spPr>
              <a:xfrm>
                <a:off x="889590" y="-767654"/>
                <a:ext cx="2965299" cy="384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/>
                        <m:sup/>
                      </m:sSup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/>
                        <m:sub/>
                      </m:sSub>
                      <m:sSubSup>
                        <m:sSub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/>
                        <m:sub/>
                        <m:sup/>
                      </m:sSubSup>
                      <m:sPre>
                        <m:sPre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/>
                        <m:e/>
                      </m:sPre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Pre>
                        <m:sPre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sPre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17D42DE-5BE0-522A-F7D5-C5DB6F07A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0" y="-767654"/>
                <a:ext cx="2965299" cy="384529"/>
              </a:xfrm>
              <a:prstGeom prst="rect">
                <a:avLst/>
              </a:prstGeom>
              <a:blipFill>
                <a:blip r:embed="rId3"/>
                <a:stretch>
                  <a:fillRect r="-823" b="-158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2BB1EC-4C25-DDB9-8875-8F28A4F374B4}"/>
                  </a:ext>
                </a:extLst>
              </p:cNvPr>
              <p:cNvSpPr txBox="1"/>
              <p:nvPr/>
            </p:nvSpPr>
            <p:spPr>
              <a:xfrm>
                <a:off x="956202" y="192914"/>
                <a:ext cx="4353243" cy="5927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/>
                      </m:rad>
                      <m:rad>
                        <m:rad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/>
                      </m:rad>
                      <m:rad>
                        <m:ra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g>
                        <m:e/>
                      </m:rad>
                      <m:rad>
                        <m:ra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/>
                      </m:rad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2BB1EC-4C25-DDB9-8875-8F28A4F3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02" y="192914"/>
                <a:ext cx="4353243" cy="592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F1327F-ED5F-43CD-0B61-82410A5D491B}"/>
                  </a:ext>
                </a:extLst>
              </p:cNvPr>
              <p:cNvSpPr txBox="1"/>
              <p:nvPr/>
            </p:nvSpPr>
            <p:spPr>
              <a:xfrm>
                <a:off x="0" y="1153482"/>
                <a:ext cx="11978536" cy="863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∬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∬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∬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∭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∭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∭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∮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∮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∯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∯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∯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∰"/>
                          <m:limLoc m:val="undOvr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∰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∰"/>
                          <m:limLoc m:val="undOv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F1327F-ED5F-43CD-0B61-82410A5D4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53482"/>
                <a:ext cx="11978536" cy="863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17684-8CF2-0F19-8ABF-ACC0D5F39C8C}"/>
                  </a:ext>
                </a:extLst>
              </p:cNvPr>
              <p:cNvSpPr txBox="1"/>
              <p:nvPr/>
            </p:nvSpPr>
            <p:spPr>
              <a:xfrm>
                <a:off x="219490" y="2169326"/>
                <a:ext cx="16653598" cy="8124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∏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∏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∏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∏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∐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∐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∐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∐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∐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⋃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⋃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⋃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⋃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⋃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⋂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⋂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⋂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⋂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⋂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17684-8CF2-0F19-8ABF-ACC0D5F3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2169326"/>
                <a:ext cx="16653598" cy="8124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674CE-1763-62BB-B781-F90B21D4A492}"/>
                  </a:ext>
                </a:extLst>
              </p:cNvPr>
              <p:cNvSpPr txBox="1"/>
              <p:nvPr/>
            </p:nvSpPr>
            <p:spPr>
              <a:xfrm>
                <a:off x="286462" y="3416755"/>
                <a:ext cx="11257312" cy="997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⋁"/>
                          <m:subHide m:val="on"/>
                          <m:supHide m:val="on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⋁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⋁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⋁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⋁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⋀"/>
                          <m:subHide m:val="on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⋀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⋀"/>
                          <m:limLoc m:val="subSup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⋀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⋀"/>
                          <m:limLoc m:val="subSup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nary>
                        <m:naryPr>
                          <m:chr m:val="∑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/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nary>
                      <m:nary>
                        <m:naryPr>
                          <m:chr m:val="∏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⋃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sSub>
                                <m:sSub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1674CE-1763-62BB-B781-F90B21D4A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3416755"/>
                <a:ext cx="11257312" cy="9977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189AA7-EDE4-AB85-93B6-01103CD6FA96}"/>
                  </a:ext>
                </a:extLst>
              </p:cNvPr>
              <p:cNvSpPr txBox="1"/>
              <p:nvPr/>
            </p:nvSpPr>
            <p:spPr>
              <a:xfrm>
                <a:off x="219490" y="4698460"/>
                <a:ext cx="17848476" cy="8842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⌊"/>
                          <m:endChr m:val="⌋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⌈"/>
                          <m:endChr m:val="⌉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["/>
                          <m:endChr m:val="[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]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]"/>
                          <m:endChr m:val="[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⟦"/>
                          <m:endChr m:val="⟧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  <m:e/>
                      </m:d>
                      <m:d>
                        <m:dPr>
                          <m:begChr m:val="{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  <m:e/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  <m:e/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  <m:e/>
                        <m:e/>
                      </m:d>
                      <m:d>
                        <m:dPr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[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}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⟨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⌊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⌋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⌈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⌉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|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‖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⟦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"/>
                          <m:endChr m:val="⟧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</m:eqArr>
                        </m:e>
                      </m:d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/>
                            <m:e/>
                          </m:eqArr>
                        </m:e>
                      </m:d>
                      <m:f>
                        <m:fPr>
                          <m:type m:val="noBar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/>
                      </m:f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/>
                            <m:den/>
                          </m:f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−&amp;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d>
                        <m:dPr>
                          <m:begChr m:val="⟨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189AA7-EDE4-AB85-93B6-01103CD6F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4698460"/>
                <a:ext cx="17848476" cy="8842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807FB2-6BA0-3973-AC3A-80B42E364FAC}"/>
                  </a:ext>
                </a:extLst>
              </p:cNvPr>
              <p:cNvSpPr txBox="1"/>
              <p:nvPr/>
            </p:nvSpPr>
            <p:spPr>
              <a:xfrm>
                <a:off x="286462" y="6058503"/>
                <a:ext cx="19173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csc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csc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sec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cot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sinh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cosh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csch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sech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coth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sinh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cosh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csch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sech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coth</m:t>
                              </m:r>
                            </m:e>
                            <m:sup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/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807FB2-6BA0-3973-AC3A-80B42E364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6058503"/>
                <a:ext cx="19173519" cy="276999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CB723-A45B-C0A6-63A8-863416EC0B6D}"/>
                  </a:ext>
                </a:extLst>
              </p:cNvPr>
              <p:cNvSpPr txBox="1"/>
              <p:nvPr/>
            </p:nvSpPr>
            <p:spPr>
              <a:xfrm>
                <a:off x="219490" y="7017215"/>
                <a:ext cx="8052076" cy="746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̈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⃛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̂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̌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́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̀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̆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̃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̅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̿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groupChr>
                        <m:groupChrPr>
                          <m:chr m:val="⏞"/>
                          <m:pos m:val="top"/>
                          <m:vertJc m:val="bot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⏟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limUpp>
                        <m:limUp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/>
                          </m:groupChr>
                        </m:e>
                        <m:lim/>
                      </m:limUpp>
                      <m:limLow>
                        <m:limLow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/>
                          </m:groupChr>
                        </m:e>
                        <m:lim/>
                      </m:limLow>
                      <m:acc>
                        <m:accPr>
                          <m:chr m:val="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⃗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⃡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⃐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acc>
                        <m:accPr>
                          <m:chr m:val="⃑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/>
                      </m:acc>
                      <m:borderBox>
                        <m:border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/>
                      </m:borderBox>
                      <m:borderBox>
                        <m:borderBox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/>
                      </m:bar>
                      <m:bar>
                        <m:bar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/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𝐴𝐵𝐶</m:t>
                          </m:r>
                        </m:e>
                      </m:bar>
                      <m:bar>
                        <m:barPr>
                          <m:pos m:val="top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ba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FCB723-A45B-C0A6-63A8-863416EC0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90" y="7017215"/>
                <a:ext cx="8052076" cy="74667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5A63FD-257C-FE1A-87D1-ADDB4FA06301}"/>
                  </a:ext>
                </a:extLst>
              </p:cNvPr>
              <p:cNvSpPr txBox="1"/>
              <p:nvPr/>
            </p:nvSpPr>
            <p:spPr>
              <a:xfrm>
                <a:off x="286462" y="7916294"/>
                <a:ext cx="6440673" cy="65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/>
                          </m:sSub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/>
                          </m:limLow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/>
                          </m:limLow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/>
                          </m:limLow>
                        </m:fName>
                        <m:e/>
                      </m:func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/>
                      </m:func>
                      <m:func>
                        <m:func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ko-KR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pt-BR" altLang="ko-KR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  <m:func>
                        <m:func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ko-KR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lim>
                          </m:limLow>
                        </m:fName>
                        <m:e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5A63FD-257C-FE1A-87D1-ADDB4FA06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7916294"/>
                <a:ext cx="6440673" cy="6544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CB73B-F56A-AE89-C427-99BF129C9912}"/>
                  </a:ext>
                </a:extLst>
              </p:cNvPr>
              <p:cNvSpPr txBox="1"/>
              <p:nvPr/>
            </p:nvSpPr>
            <p:spPr>
              <a:xfrm>
                <a:off x="286462" y="9496493"/>
                <a:ext cx="4904612" cy="484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==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+=</m:t>
                          </m:r>
                        </m:e>
                      </m:box>
                      <m:box>
                        <m:box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−=</m:t>
                          </m:r>
                        </m:e>
                      </m:box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≝≞≜</m:t>
                      </m:r>
                      <m:groupChr>
                        <m:groupChrPr>
                          <m:chr m:val="←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→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←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→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⇐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⇒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⇐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⇒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↔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↔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⇔"/>
                          <m:pos m:val="top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groupChr>
                        <m:groupChrPr>
                          <m:chr m:val="⇔"/>
                          <m:vertJc m:val="bot"/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CB73B-F56A-AE89-C427-99BF129C9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9496493"/>
                <a:ext cx="4904612" cy="4842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A8DBD-3C91-B03B-99C6-21E15A4E9BEB}"/>
                  </a:ext>
                </a:extLst>
              </p:cNvPr>
              <p:cNvSpPr txBox="1"/>
              <p:nvPr/>
            </p:nvSpPr>
            <p:spPr>
              <a:xfrm>
                <a:off x="286462" y="10794584"/>
                <a:ext cx="15496422" cy="754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  <m:mr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  <m:mr>
                          <m:e/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  <m:mr>
                          <m:e/>
                          <m:e/>
                        </m:mr>
                        <m:mr>
                          <m:e/>
                          <m:e/>
                        </m:mr>
                      </m:m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</m:mr>
                        <m:mr>
                          <m:e/>
                          <m:e/>
                          <m:e/>
                        </m:mr>
                      </m:m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⋯…⋮⋱</m:t>
                      </m:r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</m:mr>
                        <m:mr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m>
                        <m:mPr>
                          <m:plcHide m:val="on"/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  <m:e/>
                        </m:mr>
                        <m:mr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/>
                        </m:mr>
                        <m:mr>
                          <m:e/>
                          <m:e/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/>
                            </m:mr>
                            <m:mr>
                              <m:e/>
                              <m:e/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A8DBD-3C91-B03B-99C6-21E15A4E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62" y="10794584"/>
                <a:ext cx="15496422" cy="7546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130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533</Words>
  <Application>Microsoft Office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이인성</dc:creator>
  <cp:lastModifiedBy>이인성</cp:lastModifiedBy>
  <cp:revision>7</cp:revision>
  <dcterms:created xsi:type="dcterms:W3CDTF">2026-03-09T07:28:31Z</dcterms:created>
  <dcterms:modified xsi:type="dcterms:W3CDTF">2026-03-31T14:46:24Z</dcterms:modified>
</cp:coreProperties>
</file>